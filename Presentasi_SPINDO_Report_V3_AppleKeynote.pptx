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-914400"/>
            <a:ext cx="8503920" cy="8503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286000"/>
            <a:ext cx="12161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spc="10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SPINDO</a:t>
            </a:r>
            <a:endParaRPr lang="en-US" sz="8000" dirty="0"/>
          </a:p>
        </p:txBody>
      </p:sp>
      <p:sp>
        <p:nvSpPr>
          <p:cNvPr id="4" name="Text 1"/>
          <p:cNvSpPr/>
          <p:nvPr/>
        </p:nvSpPr>
        <p:spPr>
          <a:xfrm>
            <a:off x="0" y="365760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800" kern="0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WAREHOUSE DAILY REPORT SYSTEM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166360" y="4206240"/>
            <a:ext cx="1828800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438912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88888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Digital Transformation Initiative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743200" y="0"/>
            <a:ext cx="7315200" cy="7315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914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01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914400" y="1371600"/>
            <a:ext cx="4572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888888"/>
                </a:solidFill>
              </a:rPr>
              <a:t>THE OLD WAY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22860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Keterbatasan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Proses Manual.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5486400" y="914400"/>
            <a:ext cx="0" cy="502920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943600" y="14630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Rentan Human Error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400800" y="17373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Perhitungan Movement Type dan sisa stok rentan keliru input di Excel.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5943600" y="310896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0080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Time-Consuming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6400800" y="33832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Tarikan data mentah SAP memakan waktu berjam-jam setiap harinya.</a:t>
            </a:r>
            <a:endParaRPr lang="en-US" sz="1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5943600" y="475488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00800" y="4663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Visibilitas Buta</a:t>
            </a:r>
            <a:endParaRPr lang="en-US" sz="2000" dirty="0"/>
          </a:p>
        </p:txBody>
      </p:sp>
      <p:sp>
        <p:nvSpPr>
          <p:cNvPr id="16" name="Text 10"/>
          <p:cNvSpPr/>
          <p:nvPr/>
        </p:nvSpPr>
        <p:spPr>
          <a:xfrm>
            <a:off x="6400800" y="50292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Manajemen sulit melihat utilisasi tonase 14 gudang secara real-time.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-1828800"/>
            <a:ext cx="8229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914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FF"/>
                </a:solidFill>
              </a:rPr>
              <a:t>02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914400" y="1371600"/>
            <a:ext cx="457200" cy="0"/>
          </a:xfrm>
          <a:prstGeom prst="line">
            <a:avLst/>
          </a:prstGeom>
          <a:noFill/>
          <a:ln w="25400">
            <a:solidFill>
              <a:srgbClr val="0066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888888"/>
                </a:solidFill>
              </a:rPr>
              <a:t>THE NEW WAY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22860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Platform.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Semua Wawasan.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914400" y="41148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Sistem otomatis memproses data mentah SAP menjadi wawasan strategis dalam hitungan detik. 1-Click Upload, Kalkulasi Instan.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0" y="1828800"/>
            <a:ext cx="4572000" cy="3200400"/>
          </a:xfrm>
          <a:prstGeom prst="rect">
            <a:avLst/>
          </a:prstGeom>
          <a:solidFill>
            <a:srgbClr val="0A0A0A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0" y="1828800"/>
            <a:ext cx="4572000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1920240"/>
            <a:ext cx="91440" cy="9144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1" name="Shape 8"/>
          <p:cNvSpPr/>
          <p:nvPr/>
        </p:nvSpPr>
        <p:spPr>
          <a:xfrm>
            <a:off x="6766560" y="1920240"/>
            <a:ext cx="91440" cy="9144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2" name="Shape 9"/>
          <p:cNvSpPr/>
          <p:nvPr/>
        </p:nvSpPr>
        <p:spPr>
          <a:xfrm>
            <a:off x="6949440" y="1920240"/>
            <a:ext cx="91440" cy="9144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3" name="Shape 10"/>
          <p:cNvSpPr/>
          <p:nvPr/>
        </p:nvSpPr>
        <p:spPr>
          <a:xfrm>
            <a:off x="6858000" y="2743200"/>
            <a:ext cx="914400" cy="18288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4" name="Shape 11"/>
          <p:cNvSpPr/>
          <p:nvPr/>
        </p:nvSpPr>
        <p:spPr>
          <a:xfrm>
            <a:off x="8229600" y="3474720"/>
            <a:ext cx="914400" cy="109728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0" y="2286000"/>
            <a:ext cx="914400" cy="2286000"/>
          </a:xfrm>
          <a:prstGeom prst="rect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4572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888888"/>
                </a:solidFill>
              </a:rPr>
              <a:t>CAPABILITIES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2743200"/>
            <a:ext cx="4572000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926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Dashboard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Visualisasi KPI &amp; grafik tren.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2743200"/>
            <a:ext cx="4572000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926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Kalkulasi Cerdas MVT 311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0" y="33832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Filter otomatis transfer internal/eksternal antar 14 gudang.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4572000"/>
            <a:ext cx="4572000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754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Kategorisasi Fast &amp; Slow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52120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Deteksi umur material otomatis dari SAP Batch.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4572000"/>
            <a:ext cx="4572000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4754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Capacity Analytics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00800" y="52120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Pantau utilisasi tonase real-time dengan warning over-capacity.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-914400"/>
            <a:ext cx="7315200" cy="7315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914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04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914400" y="1371600"/>
            <a:ext cx="4572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888888"/>
                </a:solidFill>
              </a:rPr>
              <a:t>BUSINESS IMPACT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27432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9600" dirty="0"/>
          </a:p>
        </p:txBody>
      </p:sp>
      <p:sp>
        <p:nvSpPr>
          <p:cNvPr id="7" name="Text 4"/>
          <p:cNvSpPr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200" kern="0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Efisiensi Waktu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206240" y="27432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600" dirty="0"/>
          </a:p>
        </p:txBody>
      </p:sp>
      <p:sp>
        <p:nvSpPr>
          <p:cNvPr id="9" name="Text 6"/>
          <p:cNvSpPr/>
          <p:nvPr/>
        </p:nvSpPr>
        <p:spPr>
          <a:xfrm>
            <a:off x="420624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200" kern="0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Akurasi Data (No Error)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589520" y="27432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600" dirty="0"/>
          </a:p>
        </p:txBody>
      </p:sp>
      <p:sp>
        <p:nvSpPr>
          <p:cNvPr id="11" name="Text 8"/>
          <p:cNvSpPr/>
          <p:nvPr/>
        </p:nvSpPr>
        <p:spPr>
          <a:xfrm>
            <a:off x="758952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200" kern="0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Gudang Termonitor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4572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888888"/>
                </a:solidFill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Storage &amp; Modern Stack.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914400" y="3840480"/>
            <a:ext cx="4572000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1148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Dibangun dengan Next.js 16 (App Router) &amp; Supabase. Beban query database turun hingga 80% berkat arsitektur agregasi JSON. Infrastruktur super ringan, menghemat cost server perusahaan secara signifikan.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0" y="2286000"/>
            <a:ext cx="2743200" cy="73152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0" y="22860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Frontend: Next.js 16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601200" y="3017520"/>
            <a:ext cx="0" cy="36576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3383280"/>
            <a:ext cx="2743200" cy="73152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33832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API Aggregation Layer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601200" y="4114800"/>
            <a:ext cx="0" cy="36576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4480560"/>
            <a:ext cx="2743200" cy="73152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44805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66FF"/>
                </a:solidFill>
              </a:rPr>
              <a:t>DB: Supabase PostgreSQL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5486400" cy="5486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914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914400" y="1371600"/>
            <a:ext cx="4572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888888"/>
                </a:solidFill>
              </a:rPr>
              <a:t>ROADMAP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22860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Steps.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9144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4592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SAP Full Automation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64592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Integrasi RPA (Puppeteer/VBS) agar export file berjalan otomatis di background.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14400" y="4480560"/>
            <a:ext cx="10332720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6459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PDF Reporting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64592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Kirim email laporan harian berformat PDF otomatis ke Board of Directors.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14400" y="5577840"/>
            <a:ext cx="10332720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5852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645920" y="5852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Alerting System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645920" y="6126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Notifikasi pintar jika gudang mencapai utilisasi &gt;90%.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14400" y="6675120"/>
            <a:ext cx="10332720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2026-06-29T07:00:12Z</dcterms:created>
  <dcterms:modified xsi:type="dcterms:W3CDTF">2026-06-29T07:00:12Z</dcterms:modified>
</cp:coreProperties>
</file>