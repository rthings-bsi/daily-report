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159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2743200"/>
            <a:ext cx="12801600" cy="3657600"/>
          </a:xfrm>
          <a:prstGeom prst="rect">
            <a:avLst/>
          </a:prstGeom>
          <a:solidFill>
            <a:srgbClr val="2C5EAD">
              <a:alpha val="5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SPINDO Warehouse Daily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Otomatisasi &amp; Visualisasi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Pelaporan Harian Gudang SPINDO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 dari Manual Excel ke Dashboard Analitik Real-time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Masalah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Proses Manual yang Memakan Waktu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Pelaporan harian mengandalkan tarikan data mentah SAP yang dikalkulasi manual di Excel setiap hari.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Rentan Human Error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Perhitungan mutasi (Movement Type) dan sisa stok rawan kesalahan rumus atau keliru input.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Kurangnya Visibilitas Real-time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Manajemen sulit memonitor utilisasi kapasitas dan pergerakan stok (Fast/Slow) secara aktual di 14 Gudang.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Data Tidak Terpusat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Laporan tersebar di file lokal, menyulitkan pencarian data riwayat (history).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yang Dibangun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9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SPINDO Warehouse Daily Report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Aplikasi web terintegrasi yang memproses, mengkalkulasi, dan memvisualisasikan data SAP ke dalam Dashboard Eksekutif.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347472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1-Click 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</a:rPr>
              <a:t>Unggah raw Excel dari SAP, sistem otomatis mengekstrak &amp; membersihkan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47472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Auto-Calculation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4ED8"/>
                </a:solidFill>
              </a:rPr>
              <a:t>Hitung KPI mutasi in/out, transfer antar SLOC, &amp; utilisasi tonase dalam hitungan detik.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Unggulan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Executive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Visualisasi KPI (Inbound, Outbound, Net Flow) &amp; grafik tren.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45720" cy="64008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Kalkulasi Cerdas MVT 311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Filter otomatis transfer internal vs eksternal antar 14 gudang berdasar SLOC.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45720" cy="64008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Kategorisasi Fast &amp; Slow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Deteksi otomatis umur Batch material (≤1th = Fast, &gt;1th = Slow).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45720" cy="64008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Capacity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Pantau utilisasi tonase real-time dengan indikator warning over-kapasitas.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23360"/>
            <a:ext cx="45720" cy="64008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Arsip &amp; History Terpusat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Semua laporan harian tersimpan rapi dengan fitur pencarian &amp; filter tanggal.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Bisnis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Efisiensi Waktu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Memangkas waktu pembuatan laporan dari jam-jaman menjadi hitungan detik. Tim fokus ke operasional.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Akurasi 100%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Menghilangkan human error. Data dashboard mencerminkan angka asli SAP tanpa salah hitung manual.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Data-Driven Decisions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Visibilitas 14 gudang bantu manajemen alokasi ruang penyimpanan &amp; strategi barang Slow Moving.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4023360" cy="365760"/>
          </a:xfrm>
          <a:prstGeom prst="rect">
            <a:avLst/>
          </a:prstGeom>
          <a:solidFill>
            <a:srgbClr val="1591D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Infrastruktur Ringan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Arsitektur Data Aggregation hemat resource database server secara signifikan, cost-effective.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Teknologi Modern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Framework Modern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Dibangun dengan Next.js 16 (App Router) &amp; React 19 untuk performa aplikasi single-page super cepat.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Database Optimization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Supabase PostgreSQL dengan arsitektur Aggregated Storage: merangkum ribuan baris data movement harian jadi 1 JSON summary (beban query turun 80%).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UI/UX Enterprise-Grade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Desain modern Tailwind CSS v4, pola Glassmorphism, &amp; Recharts. Standar visual aplikasi Enterprise SaaS.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Kedepan (Roadmap)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1DC"/>
                </a:solidFill>
              </a:rPr>
              <a:t>SAP Full Automation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Menerapkan Scripting (Puppeteer/VBS) agar export file bisa berjalan sepenuhnya di background tanpa intervensi manual.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91DC"/>
                </a:solidFill>
              </a:rPr>
              <a:t>Automated Export (PDF/Print)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Fitur cetak 1-klik untuk diemail ke Board of Directors (engine jsPDF &amp; html2canvas-pro sudah siap di sistem).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91DC"/>
                </a:solidFill>
              </a:rPr>
              <a:t>Alerting System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Notifikasi otomatis (email/dashboard) jika terdeteksi gudang mencapai utilisasi &gt;90% atau ada anomali transfer.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SPINDO Warehouse Daily Report System</dc:title>
  <dc:subject>PptxGenJS Presentation</dc:subject>
  <dc:creator>Admin</dc:creator>
  <cp:lastModifiedBy>Admin</cp:lastModifiedBy>
  <cp:revision>1</cp:revision>
  <dcterms:created xsi:type="dcterms:W3CDTF">2026-06-29T06:45:34Z</dcterms:created>
  <dcterms:modified xsi:type="dcterms:W3CDTF">2026-06-29T06:45:34Z</dcterms:modified>
</cp:coreProperties>
</file>