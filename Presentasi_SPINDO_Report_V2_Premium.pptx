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RN_DARK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9144000" cy="9144000"/>
          </a:xfrm>
          <a:prstGeom prst="rect">
            <a:avLst/>
          </a:prstGeom>
          <a:solidFill>
            <a:srgbClr val="064E3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0116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TRANSFORMATION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9418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SPINDO Warehouse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Daily Report System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371600" y="438912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Dari Manual Excel Menuju Dashboard Analitik Real-time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4444"/>
                </a:solidFill>
              </a:rPr>
              <a:t>01. 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Proses Manual Menghambat Kecepatan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56032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1F293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9260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Rentan Human Error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0160" y="4206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Perhitungan mutasi (Movement Type) dan sisa stok rawan kesalahan rumus Excel.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9120" y="256032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1F293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260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Sangat Lambat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754880" y="4206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Tarikan data mentah SAP harus dikalkulasi manual setiap hari. Menghabiskan waktu berjam-jam.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863840" y="256032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1F293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9260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Visibilitas Buta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29600" y="4206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Manajemen sulit melihat utilisasi tonase gudang &amp; pergerakan barang (Fast/Slow) secara real-time.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</a:rPr>
              <a:t>02.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Dashboard Eksekutif Cerdas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terintegrasi yang otomatis memproses data mentah SAP menjadi wawasan strategis dalam hitungan detik.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891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4343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1-Click Upload (Otomatis Parse Excel)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0292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4983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Kalkulasi KPI Mutasi &amp; Tonase Instan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17920" y="2286000"/>
            <a:ext cx="5029200" cy="3657600"/>
          </a:xfrm>
          <a:prstGeom prst="roundRect">
            <a:avLst>
              <a:gd name="adj" fmla="val 1250"/>
            </a:avLst>
          </a:prstGeom>
          <a:solidFill>
            <a:srgbClr val="1F2937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200400"/>
            <a:ext cx="914400" cy="914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858000" y="4389120"/>
            <a:ext cx="374904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858000" y="4754880"/>
            <a:ext cx="1097280" cy="73152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13" name="Shape 8"/>
          <p:cNvSpPr/>
          <p:nvPr/>
        </p:nvSpPr>
        <p:spPr>
          <a:xfrm>
            <a:off x="8138160" y="4754880"/>
            <a:ext cx="1097280" cy="73152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4" name="Shape 9"/>
          <p:cNvSpPr/>
          <p:nvPr/>
        </p:nvSpPr>
        <p:spPr>
          <a:xfrm>
            <a:off x="9418320" y="4754880"/>
            <a:ext cx="1097280" cy="73152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</a:rPr>
              <a:t>03.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Fitur Analitik Lanjutan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560320"/>
            <a:ext cx="45720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Kalkulasi Cerdas MVT 311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Filter otomatis transfer internal vs eksternal antar gudang berdasarkan SLOC.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566160"/>
            <a:ext cx="45720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Kategorisasi Fast/Slow Moving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Deteksi umur material otomatis dari SAP Batch (≤1th = Fast, &gt;1th = Slow).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45720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Real-time Capacity Analytics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4937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Pantau utilisasi tonase 14 gudang sekaligus dengan indikator Over-capacity.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5577840"/>
            <a:ext cx="45720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577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Drag-and-Drop Report Builder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Customisasi layout laporan secara interaktif untuk mode presentasi harian.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686800" y="32004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</a:rPr>
              <a:t>04.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Inovasi Arsitektur Database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4754880" cy="3657600"/>
          </a:xfrm>
          <a:prstGeom prst="roundRect">
            <a:avLst>
              <a:gd name="adj" fmla="val 1250"/>
            </a:avLst>
          </a:prstGeom>
          <a:solidFill>
            <a:srgbClr val="1F293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7432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Aggregated Storage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371600" y="42062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</a:rPr>
              <a:t>Sistem tidak menyimpan ribuan baris data mentah per hari. Menggunakan algoritma agregasi untuk merangkum data menjadi JSON summary.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2286000"/>
            <a:ext cx="4754880" cy="3657600"/>
          </a:xfrm>
          <a:prstGeom prst="roundRect">
            <a:avLst>
              <a:gd name="adj" fmla="val 1250"/>
            </a:avLst>
          </a:prstGeom>
          <a:solidFill>
            <a:srgbClr val="1F293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751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Cost-Effective Scale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675120" y="42062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</a:rPr>
              <a:t>Beban query database (Supabase PostgreSQL) turun hingga 80%. Infrastruktur super ringan, menghemat cost server perusahaan secara signifikan.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</a:rPr>
              <a:t>05. THE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Hasil &amp; Dampak Bisnis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834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B82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99%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Efisiensi Waktu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2834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02920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Akurasi Data (No Human Error)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0" y="2834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14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68680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Gudang Ter-monitor Real-time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</a:rPr>
              <a:t>06. FUTURE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Roadmap Pengembangan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10332720" cy="2743200"/>
          </a:xfrm>
          <a:prstGeom prst="roundRect">
            <a:avLst>
              <a:gd name="adj" fmla="val 1667"/>
            </a:avLst>
          </a:prstGeom>
          <a:solidFill>
            <a:srgbClr val="1F293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6576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SAP Full Automation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7432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</a:rPr>
              <a:t>Integrasi RPA (Puppeteer/VBS) agar export file dari SAP berjalan otomatis di background.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7432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4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Automated PDF Reporting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74320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</a:rPr>
              <a:t>Sistem otomatis mengirim email laporan harian berformat PDF ke Board of Directors.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SPINDO Warehouse Daily Report System</dc:title>
  <dc:subject>PptxGenJS Presentation</dc:subject>
  <dc:creator>Admin</dc:creator>
  <cp:lastModifiedBy>Admin</cp:lastModifiedBy>
  <cp:revision>1</cp:revision>
  <dcterms:created xsi:type="dcterms:W3CDTF">2026-06-29T06:52:56Z</dcterms:created>
  <dcterms:modified xsi:type="dcterms:W3CDTF">2026-06-29T06:52:56Z</dcterms:modified>
</cp:coreProperties>
</file>